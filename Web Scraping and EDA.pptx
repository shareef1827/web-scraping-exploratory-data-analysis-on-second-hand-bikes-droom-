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6" r:id="rId14"/>
    <p:sldId id="268" r:id="rId15"/>
    <p:sldId id="270" r:id="rId16"/>
    <p:sldId id="269" r:id="rId17"/>
    <p:sldId id="274" r:id="rId18"/>
    <p:sldId id="275" r:id="rId19"/>
    <p:sldId id="279" r:id="rId20"/>
    <p:sldId id="277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C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61D888-C056-4BD6-8B4E-CF7DDA0E98F7}" v="1" dt="2025-11-19T07:04:56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rugudidinne sukanya" userId="23c741a538a1bc16" providerId="LiveId" clId="{7D8F3672-DFFA-40DE-BE54-F07BC2C4F834}"/>
    <pc:docChg chg="undo custSel addSld delSld modSld sldOrd">
      <pc:chgData name="yerugudidinne sukanya" userId="23c741a538a1bc16" providerId="LiveId" clId="{7D8F3672-DFFA-40DE-BE54-F07BC2C4F834}" dt="2025-11-19T07:05:19.959" v="445" actId="14100"/>
      <pc:docMkLst>
        <pc:docMk/>
      </pc:docMkLst>
      <pc:sldChg chg="modSp mod">
        <pc:chgData name="yerugudidinne sukanya" userId="23c741a538a1bc16" providerId="LiveId" clId="{7D8F3672-DFFA-40DE-BE54-F07BC2C4F834}" dt="2025-11-19T07:02:30.774" v="439" actId="20577"/>
        <pc:sldMkLst>
          <pc:docMk/>
          <pc:sldMk cId="1358802673" sldId="256"/>
        </pc:sldMkLst>
        <pc:spChg chg="mod">
          <ac:chgData name="yerugudidinne sukanya" userId="23c741a538a1bc16" providerId="LiveId" clId="{7D8F3672-DFFA-40DE-BE54-F07BC2C4F834}" dt="2025-11-07T08:41:10.251" v="47" actId="1076"/>
          <ac:spMkLst>
            <pc:docMk/>
            <pc:sldMk cId="1358802673" sldId="256"/>
            <ac:spMk id="14" creationId="{7C78B244-A335-919D-FA31-77B68B00B8F5}"/>
          </ac:spMkLst>
        </pc:spChg>
        <pc:spChg chg="mod">
          <ac:chgData name="yerugudidinne sukanya" userId="23c741a538a1bc16" providerId="LiveId" clId="{7D8F3672-DFFA-40DE-BE54-F07BC2C4F834}" dt="2025-11-07T08:40:12.352" v="23" actId="1076"/>
          <ac:spMkLst>
            <pc:docMk/>
            <pc:sldMk cId="1358802673" sldId="256"/>
            <ac:spMk id="15" creationId="{DB1964E1-E36B-C8D4-36EB-86DEDE75805A}"/>
          </ac:spMkLst>
        </pc:spChg>
        <pc:spChg chg="mod">
          <ac:chgData name="yerugudidinne sukanya" userId="23c741a538a1bc16" providerId="LiveId" clId="{7D8F3672-DFFA-40DE-BE54-F07BC2C4F834}" dt="2025-11-19T07:02:30.774" v="439" actId="20577"/>
          <ac:spMkLst>
            <pc:docMk/>
            <pc:sldMk cId="1358802673" sldId="256"/>
            <ac:spMk id="17" creationId="{9DC7B11D-1792-9BB5-8834-F784342E3E73}"/>
          </ac:spMkLst>
        </pc:spChg>
      </pc:sldChg>
      <pc:sldChg chg="modTransition">
        <pc:chgData name="yerugudidinne sukanya" userId="23c741a538a1bc16" providerId="LiveId" clId="{7D8F3672-DFFA-40DE-BE54-F07BC2C4F834}" dt="2025-11-08T04:39:52.472" v="258"/>
        <pc:sldMkLst>
          <pc:docMk/>
          <pc:sldMk cId="2867042522" sldId="257"/>
        </pc:sldMkLst>
      </pc:sldChg>
      <pc:sldChg chg="modTransition">
        <pc:chgData name="yerugudidinne sukanya" userId="23c741a538a1bc16" providerId="LiveId" clId="{7D8F3672-DFFA-40DE-BE54-F07BC2C4F834}" dt="2025-11-08T04:40:23.171" v="259"/>
        <pc:sldMkLst>
          <pc:docMk/>
          <pc:sldMk cId="1537216507" sldId="258"/>
        </pc:sldMkLst>
      </pc:sldChg>
      <pc:sldChg chg="modTransition">
        <pc:chgData name="yerugudidinne sukanya" userId="23c741a538a1bc16" providerId="LiveId" clId="{7D8F3672-DFFA-40DE-BE54-F07BC2C4F834}" dt="2025-11-08T04:40:27.688" v="260"/>
        <pc:sldMkLst>
          <pc:docMk/>
          <pc:sldMk cId="2623480817" sldId="259"/>
        </pc:sldMkLst>
      </pc:sldChg>
      <pc:sldChg chg="ord modTransition">
        <pc:chgData name="yerugudidinne sukanya" userId="23c741a538a1bc16" providerId="LiveId" clId="{7D8F3672-DFFA-40DE-BE54-F07BC2C4F834}" dt="2025-11-08T04:54:59.971" v="326"/>
        <pc:sldMkLst>
          <pc:docMk/>
          <pc:sldMk cId="610696394" sldId="260"/>
        </pc:sldMkLst>
      </pc:sldChg>
      <pc:sldChg chg="modTransition">
        <pc:chgData name="yerugudidinne sukanya" userId="23c741a538a1bc16" providerId="LiveId" clId="{7D8F3672-DFFA-40DE-BE54-F07BC2C4F834}" dt="2025-11-08T04:41:50.699" v="266"/>
        <pc:sldMkLst>
          <pc:docMk/>
          <pc:sldMk cId="1803753890" sldId="261"/>
        </pc:sldMkLst>
      </pc:sldChg>
      <pc:sldChg chg="modTransition">
        <pc:chgData name="yerugudidinne sukanya" userId="23c741a538a1bc16" providerId="LiveId" clId="{7D8F3672-DFFA-40DE-BE54-F07BC2C4F834}" dt="2025-11-08T04:42:11.864" v="267"/>
        <pc:sldMkLst>
          <pc:docMk/>
          <pc:sldMk cId="3577435872" sldId="262"/>
        </pc:sldMkLst>
      </pc:sldChg>
      <pc:sldChg chg="modTransition">
        <pc:chgData name="yerugudidinne sukanya" userId="23c741a538a1bc16" providerId="LiveId" clId="{7D8F3672-DFFA-40DE-BE54-F07BC2C4F834}" dt="2025-11-08T04:42:30.346" v="268"/>
        <pc:sldMkLst>
          <pc:docMk/>
          <pc:sldMk cId="808691633" sldId="263"/>
        </pc:sldMkLst>
      </pc:sldChg>
      <pc:sldChg chg="modTransition">
        <pc:chgData name="yerugudidinne sukanya" userId="23c741a538a1bc16" providerId="LiveId" clId="{7D8F3672-DFFA-40DE-BE54-F07BC2C4F834}" dt="2025-11-08T04:42:37.242" v="269"/>
        <pc:sldMkLst>
          <pc:docMk/>
          <pc:sldMk cId="3490493187" sldId="264"/>
        </pc:sldMkLst>
      </pc:sldChg>
      <pc:sldChg chg="modTransition">
        <pc:chgData name="yerugudidinne sukanya" userId="23c741a538a1bc16" providerId="LiveId" clId="{7D8F3672-DFFA-40DE-BE54-F07BC2C4F834}" dt="2025-11-08T04:42:54.916" v="270"/>
        <pc:sldMkLst>
          <pc:docMk/>
          <pc:sldMk cId="1715617571" sldId="265"/>
        </pc:sldMkLst>
      </pc:sldChg>
      <pc:sldChg chg="modTransition">
        <pc:chgData name="yerugudidinne sukanya" userId="23c741a538a1bc16" providerId="LiveId" clId="{7D8F3672-DFFA-40DE-BE54-F07BC2C4F834}" dt="2025-11-08T04:43:01.992" v="271"/>
        <pc:sldMkLst>
          <pc:docMk/>
          <pc:sldMk cId="1290563482" sldId="266"/>
        </pc:sldMkLst>
      </pc:sldChg>
      <pc:sldChg chg="addSp delSp modSp mod modTransition">
        <pc:chgData name="yerugudidinne sukanya" userId="23c741a538a1bc16" providerId="LiveId" clId="{7D8F3672-DFFA-40DE-BE54-F07BC2C4F834}" dt="2025-11-08T04:43:14.753" v="273"/>
        <pc:sldMkLst>
          <pc:docMk/>
          <pc:sldMk cId="1154974488" sldId="268"/>
        </pc:sldMkLst>
        <pc:spChg chg="add mod">
          <ac:chgData name="yerugudidinne sukanya" userId="23c741a538a1bc16" providerId="LiveId" clId="{7D8F3672-DFFA-40DE-BE54-F07BC2C4F834}" dt="2025-11-07T08:40:02.205" v="22" actId="20577"/>
          <ac:spMkLst>
            <pc:docMk/>
            <pc:sldMk cId="1154974488" sldId="268"/>
            <ac:spMk id="4" creationId="{FEAEAE93-397A-2013-7036-AEDD07B29DEE}"/>
          </ac:spMkLst>
        </pc:spChg>
        <pc:spChg chg="add mod">
          <ac:chgData name="yerugudidinne sukanya" userId="23c741a538a1bc16" providerId="LiveId" clId="{7D8F3672-DFFA-40DE-BE54-F07BC2C4F834}" dt="2025-11-07T10:28:03.438" v="241" actId="20577"/>
          <ac:spMkLst>
            <pc:docMk/>
            <pc:sldMk cId="1154974488" sldId="268"/>
            <ac:spMk id="7" creationId="{0A2BFEC2-BC12-4454-0554-89047CA6EC0F}"/>
          </ac:spMkLst>
        </pc:spChg>
        <pc:spChg chg="add mod">
          <ac:chgData name="yerugudidinne sukanya" userId="23c741a538a1bc16" providerId="LiveId" clId="{7D8F3672-DFFA-40DE-BE54-F07BC2C4F834}" dt="2025-11-07T10:28:25.061" v="246" actId="1076"/>
          <ac:spMkLst>
            <pc:docMk/>
            <pc:sldMk cId="1154974488" sldId="268"/>
            <ac:spMk id="8" creationId="{8EF7FC3E-3CF8-DD34-DCDE-DBB238E3CC94}"/>
          </ac:spMkLst>
        </pc:spChg>
        <pc:picChg chg="add mod">
          <ac:chgData name="yerugudidinne sukanya" userId="23c741a538a1bc16" providerId="LiveId" clId="{7D8F3672-DFFA-40DE-BE54-F07BC2C4F834}" dt="2025-11-07T10:26:36.791" v="220" actId="1076"/>
          <ac:picMkLst>
            <pc:docMk/>
            <pc:sldMk cId="1154974488" sldId="268"/>
            <ac:picMk id="6" creationId="{75C8B1D9-5320-5CC3-8235-377AD96E38D3}"/>
          </ac:picMkLst>
        </pc:picChg>
      </pc:sldChg>
      <pc:sldChg chg="addSp delSp modSp new mod modTransition">
        <pc:chgData name="yerugudidinne sukanya" userId="23c741a538a1bc16" providerId="LiveId" clId="{7D8F3672-DFFA-40DE-BE54-F07BC2C4F834}" dt="2025-11-08T04:43:53.346" v="275"/>
        <pc:sldMkLst>
          <pc:docMk/>
          <pc:sldMk cId="2331082823" sldId="269"/>
        </pc:sldMkLst>
        <pc:picChg chg="add mod">
          <ac:chgData name="yerugudidinne sukanya" userId="23c741a538a1bc16" providerId="LiveId" clId="{7D8F3672-DFFA-40DE-BE54-F07BC2C4F834}" dt="2025-11-07T10:33:44.238" v="250" actId="1076"/>
          <ac:picMkLst>
            <pc:docMk/>
            <pc:sldMk cId="2331082823" sldId="269"/>
            <ac:picMk id="9" creationId="{9CA2788C-7F05-C58E-800B-9374BA4B9DE3}"/>
          </ac:picMkLst>
        </pc:picChg>
      </pc:sldChg>
      <pc:sldChg chg="addSp delSp modSp new mod ord modTransition">
        <pc:chgData name="yerugudidinne sukanya" userId="23c741a538a1bc16" providerId="LiveId" clId="{7D8F3672-DFFA-40DE-BE54-F07BC2C4F834}" dt="2025-11-08T04:43:43.234" v="274"/>
        <pc:sldMkLst>
          <pc:docMk/>
          <pc:sldMk cId="937294723" sldId="270"/>
        </pc:sldMkLst>
        <pc:picChg chg="add mod modCrop">
          <ac:chgData name="yerugudidinne sukanya" userId="23c741a538a1bc16" providerId="LiveId" clId="{7D8F3672-DFFA-40DE-BE54-F07BC2C4F834}" dt="2025-11-07T10:33:36.604" v="249" actId="1076"/>
          <ac:picMkLst>
            <pc:docMk/>
            <pc:sldMk cId="937294723" sldId="270"/>
            <ac:picMk id="5" creationId="{FE83FF16-E1AF-F6F5-F1E7-934863218DFC}"/>
          </ac:picMkLst>
        </pc:picChg>
      </pc:sldChg>
      <pc:sldChg chg="addSp delSp modSp new add del mod ord modTransition">
        <pc:chgData name="yerugudidinne sukanya" userId="23c741a538a1bc16" providerId="LiveId" clId="{7D8F3672-DFFA-40DE-BE54-F07BC2C4F834}" dt="2025-11-19T07:05:19.959" v="445" actId="14100"/>
        <pc:sldMkLst>
          <pc:docMk/>
          <pc:sldMk cId="1516577799" sldId="272"/>
        </pc:sldMkLst>
        <pc:picChg chg="add mod">
          <ac:chgData name="yerugudidinne sukanya" userId="23c741a538a1bc16" providerId="LiveId" clId="{7D8F3672-DFFA-40DE-BE54-F07BC2C4F834}" dt="2025-11-19T07:05:19.959" v="445" actId="14100"/>
          <ac:picMkLst>
            <pc:docMk/>
            <pc:sldMk cId="1516577799" sldId="272"/>
            <ac:picMk id="3" creationId="{5CBF5AC6-EF68-1019-64F4-063D79FE680D}"/>
          </ac:picMkLst>
        </pc:picChg>
        <pc:picChg chg="add del mod modCrop">
          <ac:chgData name="yerugudidinne sukanya" userId="23c741a538a1bc16" providerId="LiveId" clId="{7D8F3672-DFFA-40DE-BE54-F07BC2C4F834}" dt="2025-11-19T07:02:42.599" v="440" actId="478"/>
          <ac:picMkLst>
            <pc:docMk/>
            <pc:sldMk cId="1516577799" sldId="272"/>
            <ac:picMk id="5" creationId="{91650872-55C3-8314-6F4D-CCE4DBEB06AA}"/>
          </ac:picMkLst>
        </pc:picChg>
        <pc:picChg chg="add del mod">
          <ac:chgData name="yerugudidinne sukanya" userId="23c741a538a1bc16" providerId="LiveId" clId="{7D8F3672-DFFA-40DE-BE54-F07BC2C4F834}" dt="2025-11-19T07:02:43.851" v="441" actId="478"/>
          <ac:picMkLst>
            <pc:docMk/>
            <pc:sldMk cId="1516577799" sldId="272"/>
            <ac:picMk id="8" creationId="{C650F93A-14F8-36CF-0890-7890D3391287}"/>
          </ac:picMkLst>
        </pc:picChg>
      </pc:sldChg>
      <pc:sldChg chg="addSp delSp modSp new mod modTransition">
        <pc:chgData name="yerugudidinne sukanya" userId="23c741a538a1bc16" providerId="LiveId" clId="{7D8F3672-DFFA-40DE-BE54-F07BC2C4F834}" dt="2025-11-08T04:43:07.854" v="272"/>
        <pc:sldMkLst>
          <pc:docMk/>
          <pc:sldMk cId="4292048168" sldId="273"/>
        </pc:sldMkLst>
        <pc:spChg chg="add mod">
          <ac:chgData name="yerugudidinne sukanya" userId="23c741a538a1bc16" providerId="LiveId" clId="{7D8F3672-DFFA-40DE-BE54-F07BC2C4F834}" dt="2025-11-07T10:11:13.764" v="194" actId="1076"/>
          <ac:spMkLst>
            <pc:docMk/>
            <pc:sldMk cId="4292048168" sldId="273"/>
            <ac:spMk id="6" creationId="{46FD2242-D364-C1EB-C347-952BAE321D84}"/>
          </ac:spMkLst>
        </pc:spChg>
        <pc:picChg chg="add mod">
          <ac:chgData name="yerugudidinne sukanya" userId="23c741a538a1bc16" providerId="LiveId" clId="{7D8F3672-DFFA-40DE-BE54-F07BC2C4F834}" dt="2025-11-07T09:08:38.046" v="94" actId="1582"/>
          <ac:picMkLst>
            <pc:docMk/>
            <pc:sldMk cId="4292048168" sldId="273"/>
            <ac:picMk id="5" creationId="{39916D2B-736C-4DAC-B19C-75F2622656E5}"/>
          </ac:picMkLst>
        </pc:picChg>
      </pc:sldChg>
      <pc:sldChg chg="addSp delSp modSp new mod modTransition">
        <pc:chgData name="yerugudidinne sukanya" userId="23c741a538a1bc16" providerId="LiveId" clId="{7D8F3672-DFFA-40DE-BE54-F07BC2C4F834}" dt="2025-11-07T12:14:26.034" v="257" actId="1076"/>
        <pc:sldMkLst>
          <pc:docMk/>
          <pc:sldMk cId="3462137920" sldId="274"/>
        </pc:sldMkLst>
        <pc:picChg chg="add mod">
          <ac:chgData name="yerugudidinne sukanya" userId="23c741a538a1bc16" providerId="LiveId" clId="{7D8F3672-DFFA-40DE-BE54-F07BC2C4F834}" dt="2025-11-07T12:14:24.211" v="256" actId="1076"/>
          <ac:picMkLst>
            <pc:docMk/>
            <pc:sldMk cId="3462137920" sldId="274"/>
            <ac:picMk id="5" creationId="{C645CF3A-C76E-5959-CAAE-4C58C2A8F655}"/>
          </ac:picMkLst>
        </pc:picChg>
        <pc:picChg chg="add mod">
          <ac:chgData name="yerugudidinne sukanya" userId="23c741a538a1bc16" providerId="LiveId" clId="{7D8F3672-DFFA-40DE-BE54-F07BC2C4F834}" dt="2025-11-07T12:14:26.034" v="257" actId="1076"/>
          <ac:picMkLst>
            <pc:docMk/>
            <pc:sldMk cId="3462137920" sldId="274"/>
            <ac:picMk id="7" creationId="{CC46A6BB-6B7A-74C6-4C2D-29C2C3E146A8}"/>
          </ac:picMkLst>
        </pc:picChg>
      </pc:sldChg>
      <pc:sldChg chg="addSp delSp modSp new mod modTransition">
        <pc:chgData name="yerugudidinne sukanya" userId="23c741a538a1bc16" providerId="LiveId" clId="{7D8F3672-DFFA-40DE-BE54-F07BC2C4F834}" dt="2025-11-08T04:43:58.482" v="276"/>
        <pc:sldMkLst>
          <pc:docMk/>
          <pc:sldMk cId="4129515031" sldId="275"/>
        </pc:sldMkLst>
        <pc:picChg chg="add mod">
          <ac:chgData name="yerugudidinne sukanya" userId="23c741a538a1bc16" providerId="LiveId" clId="{7D8F3672-DFFA-40DE-BE54-F07BC2C4F834}" dt="2025-11-07T09:29:24.939" v="160" actId="1582"/>
          <ac:picMkLst>
            <pc:docMk/>
            <pc:sldMk cId="4129515031" sldId="275"/>
            <ac:picMk id="5" creationId="{B9C298AC-4712-C989-B673-1533D9B96776}"/>
          </ac:picMkLst>
        </pc:picChg>
        <pc:picChg chg="add mod">
          <ac:chgData name="yerugudidinne sukanya" userId="23c741a538a1bc16" providerId="LiveId" clId="{7D8F3672-DFFA-40DE-BE54-F07BC2C4F834}" dt="2025-11-07T09:29:24.939" v="160" actId="1582"/>
          <ac:picMkLst>
            <pc:docMk/>
            <pc:sldMk cId="4129515031" sldId="275"/>
            <ac:picMk id="7" creationId="{0672C134-C3FF-D16C-562B-2DB6E8CE46DE}"/>
          </ac:picMkLst>
        </pc:picChg>
      </pc:sldChg>
      <pc:sldChg chg="addSp delSp modSp new mod ord modTransition">
        <pc:chgData name="yerugudidinne sukanya" userId="23c741a538a1bc16" providerId="LiveId" clId="{7D8F3672-DFFA-40DE-BE54-F07BC2C4F834}" dt="2025-11-08T04:46:27.592" v="289"/>
        <pc:sldMkLst>
          <pc:docMk/>
          <pc:sldMk cId="2658670212" sldId="276"/>
        </pc:sldMkLst>
        <pc:picChg chg="add mod">
          <ac:chgData name="yerugudidinne sukanya" userId="23c741a538a1bc16" providerId="LiveId" clId="{7D8F3672-DFFA-40DE-BE54-F07BC2C4F834}" dt="2025-11-08T04:46:05.603" v="286" actId="1582"/>
          <ac:picMkLst>
            <pc:docMk/>
            <pc:sldMk cId="2658670212" sldId="276"/>
            <ac:picMk id="5" creationId="{BD2A0484-1E48-9AE5-BC16-BA737E649421}"/>
          </ac:picMkLst>
        </pc:picChg>
      </pc:sldChg>
      <pc:sldChg chg="addSp delSp modSp new mod modTransition">
        <pc:chgData name="yerugudidinne sukanya" userId="23c741a538a1bc16" providerId="LiveId" clId="{7D8F3672-DFFA-40DE-BE54-F07BC2C4F834}" dt="2025-11-08T04:54:38.706" v="323"/>
        <pc:sldMkLst>
          <pc:docMk/>
          <pc:sldMk cId="2018863427" sldId="277"/>
        </pc:sldMkLst>
        <pc:picChg chg="add mod">
          <ac:chgData name="yerugudidinne sukanya" userId="23c741a538a1bc16" providerId="LiveId" clId="{7D8F3672-DFFA-40DE-BE54-F07BC2C4F834}" dt="2025-11-08T04:49:33.748" v="301" actId="1076"/>
          <ac:picMkLst>
            <pc:docMk/>
            <pc:sldMk cId="2018863427" sldId="277"/>
            <ac:picMk id="7" creationId="{85818F81-459F-D599-1AB8-1927535CFE28}"/>
          </ac:picMkLst>
        </pc:picChg>
        <pc:picChg chg="add mod">
          <ac:chgData name="yerugudidinne sukanya" userId="23c741a538a1bc16" providerId="LiveId" clId="{7D8F3672-DFFA-40DE-BE54-F07BC2C4F834}" dt="2025-11-08T04:50:27.735" v="307" actId="14100"/>
          <ac:picMkLst>
            <pc:docMk/>
            <pc:sldMk cId="2018863427" sldId="277"/>
            <ac:picMk id="9" creationId="{41EB9B1C-A184-1CED-A0E9-B188CDA0AE05}"/>
          </ac:picMkLst>
        </pc:picChg>
      </pc:sldChg>
      <pc:sldChg chg="addSp delSp modSp new mod ord modTransition">
        <pc:chgData name="yerugudidinne sukanya" userId="23c741a538a1bc16" providerId="LiveId" clId="{7D8F3672-DFFA-40DE-BE54-F07BC2C4F834}" dt="2025-11-08T04:54:44.327" v="324"/>
        <pc:sldMkLst>
          <pc:docMk/>
          <pc:sldMk cId="3617018710" sldId="279"/>
        </pc:sldMkLst>
        <pc:picChg chg="add mod">
          <ac:chgData name="yerugudidinne sukanya" userId="23c741a538a1bc16" providerId="LiveId" clId="{7D8F3672-DFFA-40DE-BE54-F07BC2C4F834}" dt="2025-11-08T04:54:03.603" v="321" actId="1582"/>
          <ac:picMkLst>
            <pc:docMk/>
            <pc:sldMk cId="3617018710" sldId="279"/>
            <ac:picMk id="5" creationId="{F1BA2E1E-E1B2-BE9E-4615-82D2910697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857A0-E8EC-401A-A7D1-CA1F443B3C2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03981-BFBF-4A26-9510-E09251162F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4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03981-BFBF-4A26-9510-E09251162F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62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201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857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04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57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99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9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01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13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26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38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487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7599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86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921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769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534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59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566A0E2-30C3-4B81-B706-62C812D8C35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4A5E3F3-D6D3-4CA5-BBE5-B8C3ABF3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01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E4E146-2C64-721A-5E6C-C9CB530E8E90}"/>
              </a:ext>
            </a:extLst>
          </p:cNvPr>
          <p:cNvSpPr/>
          <p:nvPr/>
        </p:nvSpPr>
        <p:spPr>
          <a:xfrm>
            <a:off x="412955" y="186813"/>
            <a:ext cx="11346426" cy="324218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IN" sz="5500" b="1" spc="600" dirty="0">
              <a:ln/>
              <a:solidFill>
                <a:schemeClr val="bg1"/>
              </a:solidFill>
            </a:endParaRPr>
          </a:p>
          <a:p>
            <a:pPr algn="ctr"/>
            <a:r>
              <a:rPr lang="en-IN" sz="5500" b="1" spc="600" dirty="0">
                <a:ln/>
                <a:solidFill>
                  <a:schemeClr val="bg1"/>
                </a:solidFill>
              </a:rPr>
              <a:t>INNOMATICS</a:t>
            </a:r>
          </a:p>
          <a:p>
            <a:pPr algn="ctr"/>
            <a:r>
              <a:rPr lang="en-IN" sz="5500" b="1" spc="700" dirty="0">
                <a:ln/>
                <a:solidFill>
                  <a:srgbClr val="FF0000"/>
                </a:solidFill>
              </a:rPr>
              <a:t>RESEARCH LABS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DFFAB9-EBE8-51B3-25FB-8122F95E6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57"/>
          <a:stretch>
            <a:fillRect/>
          </a:stretch>
        </p:blipFill>
        <p:spPr>
          <a:xfrm>
            <a:off x="5501317" y="377241"/>
            <a:ext cx="1189366" cy="11270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78B244-A335-919D-FA31-77B68B00B8F5}"/>
              </a:ext>
            </a:extLst>
          </p:cNvPr>
          <p:cNvSpPr txBox="1"/>
          <p:nvPr/>
        </p:nvSpPr>
        <p:spPr>
          <a:xfrm>
            <a:off x="1730477" y="4372754"/>
            <a:ext cx="9153832" cy="1015663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000" b="1" dirty="0">
                <a:ln/>
              </a:rPr>
              <a:t>WEB SCRAPING AND EXPLORATORY DATA ANALYSIS ON SECOND-HAND (DROOM) BIKE LISTINGS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1964E1-E36B-C8D4-36EB-86DEDE75805A}"/>
              </a:ext>
            </a:extLst>
          </p:cNvPr>
          <p:cNvSpPr/>
          <p:nvPr/>
        </p:nvSpPr>
        <p:spPr bwMode="auto">
          <a:xfrm>
            <a:off x="4977665" y="3619428"/>
            <a:ext cx="2217006" cy="599768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</a:t>
            </a:r>
            <a:r>
              <a:rPr lang="en-IN" sz="25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IN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C7B11D-1792-9BB5-8834-F784342E3E73}"/>
              </a:ext>
            </a:extLst>
          </p:cNvPr>
          <p:cNvSpPr txBox="1"/>
          <p:nvPr/>
        </p:nvSpPr>
        <p:spPr>
          <a:xfrm>
            <a:off x="8514736" y="5388417"/>
            <a:ext cx="2257349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/>
              <a:t>Presented By:</a:t>
            </a:r>
          </a:p>
          <a:p>
            <a:r>
              <a:rPr lang="en-IN" dirty="0"/>
              <a:t>	</a:t>
            </a:r>
            <a:r>
              <a:rPr lang="en-IN" sz="2000" dirty="0"/>
              <a:t>SHAIK SHAREEF</a:t>
            </a:r>
          </a:p>
        </p:txBody>
      </p:sp>
    </p:spTree>
    <p:extLst>
      <p:ext uri="{BB962C8B-B14F-4D97-AF65-F5344CB8AC3E}">
        <p14:creationId xmlns:p14="http://schemas.microsoft.com/office/powerpoint/2010/main" val="1358802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1EEABE8-C491-86CB-B4AE-F2A09940C464}"/>
              </a:ext>
            </a:extLst>
          </p:cNvPr>
          <p:cNvSpPr/>
          <p:nvPr/>
        </p:nvSpPr>
        <p:spPr>
          <a:xfrm>
            <a:off x="4397477" y="226143"/>
            <a:ext cx="3397046" cy="5407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b="1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IN" sz="2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98112-65BC-4EEC-D5A6-E3AB238C46D4}"/>
              </a:ext>
            </a:extLst>
          </p:cNvPr>
          <p:cNvSpPr txBox="1"/>
          <p:nvPr/>
        </p:nvSpPr>
        <p:spPr>
          <a:xfrm>
            <a:off x="4473677" y="20352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5D881-73F6-10B8-1054-1147429067F6}"/>
              </a:ext>
            </a:extLst>
          </p:cNvPr>
          <p:cNvSpPr txBox="1"/>
          <p:nvPr/>
        </p:nvSpPr>
        <p:spPr>
          <a:xfrm>
            <a:off x="4159045" y="2517058"/>
            <a:ext cx="3397046" cy="91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63642B7-2C8C-62F6-DD47-5F243EA9FF0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764493" y="766916"/>
            <a:ext cx="8663013" cy="5584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used bike market in India lacks clear and fair pricing.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Buyers and sellers cannot easily compare bikes by brand, year, or mileage.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uses web scraping from Droom to collect real data.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helps find trends and insights for better price understanding.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collect real-time used bike data from the</a:t>
            </a:r>
            <a:r>
              <a:rPr lang="en-US" b="1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Droom website</a:t>
            </a: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web scraping.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clean and organize the collected data for analysis.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key factors like brand, price, year, and mileage using </a:t>
            </a:r>
            <a:r>
              <a:rPr lang="en-US" b="1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find trends and patterns in the used bike market.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help buyers and sellers make better pricing decisions based on data insights.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709CCF-1530-6DBB-817E-6ED3FD806332}"/>
              </a:ext>
            </a:extLst>
          </p:cNvPr>
          <p:cNvSpPr/>
          <p:nvPr/>
        </p:nvSpPr>
        <p:spPr>
          <a:xfrm>
            <a:off x="4397477" y="3402583"/>
            <a:ext cx="3397046" cy="5407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b="1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endParaRPr lang="en-IN" sz="25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042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83368-1F51-9539-08D9-E1AAD88007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1090" y="430138"/>
            <a:ext cx="10363826" cy="12118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website used for Web Scraping and obtained the data from – </a:t>
            </a:r>
            <a:r>
              <a:rPr lang="en-IN" sz="2800" b="1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 Link</a:t>
            </a:r>
            <a:endParaRPr lang="en-IN" sz="2800" b="1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5980B-2DF5-763A-5905-AA0766A44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77" y="1629697"/>
            <a:ext cx="10953446" cy="4661569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37216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6B6F8B-33CB-84BA-8BD8-C6E6953111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7316" y="1573009"/>
            <a:ext cx="6632575" cy="950912"/>
          </a:xfrm>
        </p:spPr>
        <p:txBody>
          <a:bodyPr>
            <a:normAutofit fontScale="90000"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have extracted details of used bikes from four major cities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6C3F3-56A3-5DE9-2DDB-BF5715686691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599768" y="2632075"/>
            <a:ext cx="5934075" cy="315912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29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: </a:t>
            </a:r>
          </a:p>
          <a:p>
            <a:pPr marL="0" indent="0" algn="l">
              <a:buNone/>
            </a:pPr>
            <a:r>
              <a:rPr lang="en-IN" sz="29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1.Hyderabad</a:t>
            </a:r>
          </a:p>
          <a:p>
            <a:pPr marL="0" indent="0" algn="l">
              <a:buNone/>
            </a:pPr>
            <a:r>
              <a:rPr lang="en-IN" sz="29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2.Bangalore</a:t>
            </a:r>
          </a:p>
          <a:p>
            <a:pPr marL="0" indent="0" algn="l">
              <a:buNone/>
            </a:pPr>
            <a:r>
              <a:rPr lang="en-IN" sz="29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3.Chennai </a:t>
            </a:r>
          </a:p>
          <a:p>
            <a:pPr marL="0" indent="0" algn="l">
              <a:buNone/>
            </a:pPr>
            <a:r>
              <a:rPr lang="en-IN" sz="29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4.Mumbai</a:t>
            </a:r>
            <a:endParaRPr lang="en-IN" sz="2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68B2BC7-0A27-003D-5343-61D6C980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6"/>
          <a:stretch>
            <a:fillRect/>
          </a:stretch>
        </p:blipFill>
        <p:spPr>
          <a:xfrm>
            <a:off x="6019183" y="0"/>
            <a:ext cx="6172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963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A285DD-461A-A1AE-DF67-1BDFD0A64EB0}"/>
              </a:ext>
            </a:extLst>
          </p:cNvPr>
          <p:cNvSpPr/>
          <p:nvPr/>
        </p:nvSpPr>
        <p:spPr>
          <a:xfrm>
            <a:off x="3480306" y="274389"/>
            <a:ext cx="5014452" cy="6882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E4B03-3294-6B58-041D-EE9DBC90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90732"/>
            <a:ext cx="10364451" cy="934065"/>
          </a:xfrm>
        </p:spPr>
        <p:txBody>
          <a:bodyPr/>
          <a:lstStyle/>
          <a:p>
            <a:r>
              <a:rPr lang="en-IN" b="1" cap="none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EXTRACTED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10422F-E146-7286-D77A-3D3DCF080DC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42721" t="22722" r="32404" b="10950"/>
          <a:stretch>
            <a:fillRect/>
          </a:stretch>
        </p:blipFill>
        <p:spPr>
          <a:xfrm>
            <a:off x="6770956" y="1252699"/>
            <a:ext cx="4428298" cy="5025281"/>
          </a:xfrm>
          <a:prstGeom prst="rect">
            <a:avLst/>
          </a:prstGeom>
          <a:ln w="571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7FC2A2-F0A3-2169-4FBB-24B67B042DC2}"/>
              </a:ext>
            </a:extLst>
          </p:cNvPr>
          <p:cNvSpPr txBox="1"/>
          <p:nvPr/>
        </p:nvSpPr>
        <p:spPr>
          <a:xfrm>
            <a:off x="2371669" y="1297858"/>
            <a:ext cx="15696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</a:t>
            </a:r>
          </a:p>
          <a:p>
            <a:endParaRPr lang="en-IN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13DEE-C3F3-1C9D-EE07-B0F8852CE754}"/>
              </a:ext>
            </a:extLst>
          </p:cNvPr>
          <p:cNvSpPr txBox="1"/>
          <p:nvPr/>
        </p:nvSpPr>
        <p:spPr>
          <a:xfrm>
            <a:off x="1091381" y="2036522"/>
            <a:ext cx="230074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Year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Fuel Type</a:t>
            </a:r>
          </a:p>
          <a:p>
            <a:pPr marL="514350" indent="-514350">
              <a:buClr>
                <a:schemeClr val="accent3">
                  <a:lumMod val="50000"/>
                </a:schemeClr>
              </a:buClr>
              <a:buAutoNum type="arabicPeriod"/>
            </a:pPr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 Trip</a:t>
            </a:r>
          </a:p>
          <a:p>
            <a:endParaRPr lang="en-IN" sz="25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9BB8084-8DF6-DBF4-06FB-6586D6C926FE}"/>
              </a:ext>
            </a:extLst>
          </p:cNvPr>
          <p:cNvSpPr/>
          <p:nvPr/>
        </p:nvSpPr>
        <p:spPr>
          <a:xfrm>
            <a:off x="10081542" y="5801032"/>
            <a:ext cx="1117712" cy="3441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842A871-C414-A3D4-A1C5-F8ECF4518DA1}"/>
              </a:ext>
            </a:extLst>
          </p:cNvPr>
          <p:cNvSpPr/>
          <p:nvPr/>
        </p:nvSpPr>
        <p:spPr>
          <a:xfrm>
            <a:off x="9064076" y="5801032"/>
            <a:ext cx="938496" cy="3441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883FA9-A4AE-B20E-4FDC-E55182D61EC7}"/>
              </a:ext>
            </a:extLst>
          </p:cNvPr>
          <p:cNvSpPr/>
          <p:nvPr/>
        </p:nvSpPr>
        <p:spPr>
          <a:xfrm>
            <a:off x="6941574" y="5456903"/>
            <a:ext cx="1219200" cy="3441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65DDCA7-F841-4A85-9943-F70936311356}"/>
              </a:ext>
            </a:extLst>
          </p:cNvPr>
          <p:cNvSpPr/>
          <p:nvPr/>
        </p:nvSpPr>
        <p:spPr>
          <a:xfrm>
            <a:off x="7844876" y="5823195"/>
            <a:ext cx="1219200" cy="3441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53014E-1936-6062-6B20-F1352601A2C9}"/>
              </a:ext>
            </a:extLst>
          </p:cNvPr>
          <p:cNvSpPr/>
          <p:nvPr/>
        </p:nvSpPr>
        <p:spPr>
          <a:xfrm>
            <a:off x="6765063" y="5817115"/>
            <a:ext cx="1079813" cy="3441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B3812C-1966-CBC5-FD73-CF8632F72439}"/>
              </a:ext>
            </a:extLst>
          </p:cNvPr>
          <p:cNvSpPr/>
          <p:nvPr/>
        </p:nvSpPr>
        <p:spPr>
          <a:xfrm>
            <a:off x="6862603" y="4739148"/>
            <a:ext cx="2122502" cy="5898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C9AFB9-76DA-B271-6D03-278D9D879BF8}"/>
              </a:ext>
            </a:extLst>
          </p:cNvPr>
          <p:cNvSpPr/>
          <p:nvPr/>
        </p:nvSpPr>
        <p:spPr>
          <a:xfrm>
            <a:off x="6941574" y="4778435"/>
            <a:ext cx="471949" cy="236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574DEC-561C-7657-B1BD-B0407A627EE8}"/>
              </a:ext>
            </a:extLst>
          </p:cNvPr>
          <p:cNvSpPr/>
          <p:nvPr/>
        </p:nvSpPr>
        <p:spPr>
          <a:xfrm>
            <a:off x="7413523" y="4778435"/>
            <a:ext cx="993058" cy="236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808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81FC24-5C10-2C95-4934-5F105C99CB99}"/>
              </a:ext>
            </a:extLst>
          </p:cNvPr>
          <p:cNvSpPr/>
          <p:nvPr/>
        </p:nvSpPr>
        <p:spPr>
          <a:xfrm>
            <a:off x="2330245" y="367778"/>
            <a:ext cx="7207045" cy="7374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2D73-9662-6299-D1CC-FD19A367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891" y="352098"/>
            <a:ext cx="10351752" cy="737419"/>
          </a:xfrm>
        </p:spPr>
        <p:txBody>
          <a:bodyPr/>
          <a:lstStyle/>
          <a:p>
            <a:r>
              <a:rPr lang="en-IN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scraping our final dataset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65F2B9-3B71-71AA-5863-0E7EBB9A6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818"/>
            <a:ext cx="12192000" cy="5206181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03753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F05B47-2A4B-A90D-E5B1-6B736CD8A757}"/>
              </a:ext>
            </a:extLst>
          </p:cNvPr>
          <p:cNvSpPr/>
          <p:nvPr/>
        </p:nvSpPr>
        <p:spPr>
          <a:xfrm>
            <a:off x="3706761" y="526558"/>
            <a:ext cx="4375354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E9B64A-EB3A-8638-41BF-B323A84E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562" y="526558"/>
            <a:ext cx="10351752" cy="655034"/>
          </a:xfrm>
        </p:spPr>
        <p:txBody>
          <a:bodyPr>
            <a:normAutofit/>
          </a:bodyPr>
          <a:lstStyle/>
          <a:p>
            <a:r>
              <a:rPr lang="en-IN" sz="3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Memory reduction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31CC64-45B9-90D4-7175-20181A401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94" y="1597713"/>
            <a:ext cx="4375353" cy="4591691"/>
          </a:xfrm>
          <a:prstGeom prst="rect">
            <a:avLst/>
          </a:prstGeom>
          <a:ln w="571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CD7F68-5862-2CE5-8FB0-8EA460E75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157" y="1597713"/>
            <a:ext cx="4467849" cy="4591691"/>
          </a:xfrm>
          <a:prstGeom prst="rect">
            <a:avLst/>
          </a:prstGeom>
          <a:ln w="571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E4E0D5DB-EF16-E460-B3CE-79EED9EDA325}"/>
              </a:ext>
            </a:extLst>
          </p:cNvPr>
          <p:cNvSpPr/>
          <p:nvPr/>
        </p:nvSpPr>
        <p:spPr>
          <a:xfrm>
            <a:off x="4943623" y="3362616"/>
            <a:ext cx="2212258" cy="106188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4358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FB2655-147F-5C62-BA2E-89E50BB913CC}"/>
              </a:ext>
            </a:extLst>
          </p:cNvPr>
          <p:cNvSpPr/>
          <p:nvPr/>
        </p:nvSpPr>
        <p:spPr>
          <a:xfrm>
            <a:off x="4026310" y="235974"/>
            <a:ext cx="4375354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55651-22B0-5173-2324-8EA432854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111" y="235974"/>
            <a:ext cx="10351752" cy="567813"/>
          </a:xfrm>
        </p:spPr>
        <p:txBody>
          <a:bodyPr>
            <a:no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1D4EA-030D-AE93-527F-8191A1AB22D7}"/>
              </a:ext>
            </a:extLst>
          </p:cNvPr>
          <p:cNvSpPr txBox="1"/>
          <p:nvPr/>
        </p:nvSpPr>
        <p:spPr>
          <a:xfrm>
            <a:off x="1038111" y="1361450"/>
            <a:ext cx="94774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cleaning process remove the unwanted columns and data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D1E079-1B82-9951-3CE5-87E1E3B5A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4" y="2586620"/>
            <a:ext cx="12088912" cy="264832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086916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A96238-3A3E-6503-EEAA-F155CEEC1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" r="1774"/>
          <a:stretch>
            <a:fillRect/>
          </a:stretch>
        </p:blipFill>
        <p:spPr>
          <a:xfrm>
            <a:off x="181897" y="1453637"/>
            <a:ext cx="11828206" cy="395072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6D2792-D5F5-952F-61E0-1B5B0D2A15B4}"/>
              </a:ext>
            </a:extLst>
          </p:cNvPr>
          <p:cNvSpPr/>
          <p:nvPr/>
        </p:nvSpPr>
        <p:spPr>
          <a:xfrm>
            <a:off x="3908323" y="363793"/>
            <a:ext cx="4375354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For Data Cleaning</a:t>
            </a:r>
          </a:p>
        </p:txBody>
      </p:sp>
    </p:spTree>
    <p:extLst>
      <p:ext uri="{BB962C8B-B14F-4D97-AF65-F5344CB8AC3E}">
        <p14:creationId xmlns:p14="http://schemas.microsoft.com/office/powerpoint/2010/main" val="34904931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596A98-D1F7-2E1B-F8AF-3A57CF3C2D78}"/>
              </a:ext>
            </a:extLst>
          </p:cNvPr>
          <p:cNvSpPr txBox="1"/>
          <p:nvPr/>
        </p:nvSpPr>
        <p:spPr>
          <a:xfrm>
            <a:off x="1440077" y="747251"/>
            <a:ext cx="93118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Dataset after performing data cleaning operations</a:t>
            </a:r>
            <a:endParaRPr lang="en-IN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9A8FF4-2D66-93DB-34EF-CB8277229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85" y="1847629"/>
            <a:ext cx="11298227" cy="3162741"/>
          </a:xfrm>
          <a:prstGeom prst="rect">
            <a:avLst/>
          </a:prstGeom>
          <a:ln w="38100" cap="sq" cmpd="thickThin">
            <a:solidFill>
              <a:srgbClr val="BBC9E9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1561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8F1C9A-9C6C-AC9C-55F4-B5F2BC70B55D}"/>
              </a:ext>
            </a:extLst>
          </p:cNvPr>
          <p:cNvSpPr/>
          <p:nvPr/>
        </p:nvSpPr>
        <p:spPr>
          <a:xfrm>
            <a:off x="3872109" y="108155"/>
            <a:ext cx="4375354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Univariate 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0B8D6C-1139-0683-4B3D-258A68D5E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154" y="1160206"/>
            <a:ext cx="6073782" cy="4004854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086BD2-6762-9598-D457-1F1D29FF3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4" y="855406"/>
            <a:ext cx="5082213" cy="4822723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90563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916D2B-736C-4DAC-B19C-75F262265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35" y="143796"/>
            <a:ext cx="11737929" cy="4034913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D2242-D364-C1EB-C347-952BAE321D84}"/>
              </a:ext>
            </a:extLst>
          </p:cNvPr>
          <p:cNvSpPr txBox="1"/>
          <p:nvPr/>
        </p:nvSpPr>
        <p:spPr>
          <a:xfrm>
            <a:off x="227035" y="4052937"/>
            <a:ext cx="7776873" cy="28050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Kawasaki has the highest number of bikes listed.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Mumbai has the most bike listings — it is the main market.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Hyderabad has a few, while Chennai has the least.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bikes are from 2018, 2019, and 2020.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means most bikes are recent and well-maintained.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048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2A0484-1E48-9AE5-BC16-BA737E649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01" y="725283"/>
            <a:ext cx="11713198" cy="498726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8670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AEAE93-397A-2013-7036-AEDD07B29DEE}"/>
              </a:ext>
            </a:extLst>
          </p:cNvPr>
          <p:cNvSpPr/>
          <p:nvPr/>
        </p:nvSpPr>
        <p:spPr>
          <a:xfrm>
            <a:off x="3872109" y="108155"/>
            <a:ext cx="4375354" cy="6138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Bivariate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8B1D9-5320-5CC3-8235-377AD96E3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77" y="721997"/>
            <a:ext cx="11786446" cy="4281795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2BFEC2-BC12-4454-0554-89047CA6EC0F}"/>
              </a:ext>
            </a:extLst>
          </p:cNvPr>
          <p:cNvSpPr txBox="1"/>
          <p:nvPr/>
        </p:nvSpPr>
        <p:spPr>
          <a:xfrm>
            <a:off x="202778" y="5003792"/>
            <a:ext cx="69944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upward trend line shows a slight positive relationship between Price and Road Trip distance.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the points are widely spread, meaning the relationship is weak — higher road trip distance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does not strongly affect the price.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7FC3E-3CF8-DD34-DCDE-DBB238E3CC94}"/>
              </a:ext>
            </a:extLst>
          </p:cNvPr>
          <p:cNvSpPr txBox="1"/>
          <p:nvPr/>
        </p:nvSpPr>
        <p:spPr>
          <a:xfrm>
            <a:off x="7197214" y="5003792"/>
            <a:ext cx="46899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value is close to zero, which means there is very little or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linear relationship between how far a bike has traveled and its price.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74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83FF16-E1AF-F6F5-F1E7-934863218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26" r="32823"/>
          <a:stretch>
            <a:fillRect/>
          </a:stretch>
        </p:blipFill>
        <p:spPr>
          <a:xfrm>
            <a:off x="1042220" y="648927"/>
            <a:ext cx="10373033" cy="5031831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372947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CA2788C-7F05-C58E-800B-9374BA4B9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35" y="899499"/>
            <a:ext cx="11316929" cy="4659392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310828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45CF3A-C76E-5959-CAAE-4C58C2A8F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34" y="1365148"/>
            <a:ext cx="5362575" cy="432435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46A6BB-6B7A-74C6-4C2D-29C2C3E14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495" y="1365148"/>
            <a:ext cx="5400675" cy="42672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4621379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C298AC-4712-C989-B673-1533D9B96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4" y="545690"/>
            <a:ext cx="5362575" cy="41148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72C134-C3FF-D16C-562B-2DB6E8CE4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176" y="679041"/>
            <a:ext cx="6359320" cy="3517922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29515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BA2E1E-E1B2-BE9E-4615-82D291069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1709737"/>
            <a:ext cx="11106150" cy="3438525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170187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818F81-459F-D599-1AB8-1927535CF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45" y="1314603"/>
            <a:ext cx="5438775" cy="3933825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B9B1C-A184-1CED-A0E9-B188CDA0A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670" y="1314601"/>
            <a:ext cx="5391885" cy="3933825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18863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BF5AC6-EF68-1019-64F4-063D79FE6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220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77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1223</TotalTime>
  <Words>353</Words>
  <Application>Microsoft Office PowerPoint</Application>
  <PresentationFormat>Widescreen</PresentationFormat>
  <Paragraphs>57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I have extracted details of used bikes from four major cities</vt:lpstr>
      <vt:lpstr>FEATURES EXTRACTED</vt:lpstr>
      <vt:lpstr>After scraping our final dataset</vt:lpstr>
      <vt:lpstr> Memory reduction</vt:lpstr>
      <vt:lpstr>Data 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yerugudidinne sukanya</dc:creator>
  <cp:lastModifiedBy>yerugudidinne sukanya</cp:lastModifiedBy>
  <cp:revision>1</cp:revision>
  <dcterms:created xsi:type="dcterms:W3CDTF">2025-11-06T16:09:55Z</dcterms:created>
  <dcterms:modified xsi:type="dcterms:W3CDTF">2025-11-19T07:05:25Z</dcterms:modified>
</cp:coreProperties>
</file>